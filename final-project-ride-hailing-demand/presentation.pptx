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I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674"/>
  </p:normalViewPr>
  <p:slideViewPr>
    <p:cSldViewPr snapToGrid="0">
      <p:cViewPr varScale="1">
        <p:scale>
          <a:sx n="102" d="100"/>
          <a:sy n="102" d="100"/>
        </p:scale>
        <p:origin x="4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2A0043-2590-714F-9F0C-2E5001EB2AEE}" type="datetimeFigureOut">
              <a:rPr lang="en-IR" smtClean="0"/>
              <a:t>7/17/2025 R</a:t>
            </a:fld>
            <a:endParaRPr lang="en-I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12C508-25F9-8443-9048-001B4F1E324A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2979762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12C508-25F9-8443-9048-001B4F1E324A}" type="slidenum">
              <a:rPr lang="en-IR" smtClean="0"/>
              <a:t>9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698435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82B72-6614-7C73-0398-6DC168EB0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8E9122-2AEB-53B4-2A2D-F182C1F906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27211-3574-31CF-0F1E-5B8A21DB6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F7E35-ABDF-914A-9195-A57FCF5AE749}" type="datetimeFigureOut">
              <a:rPr lang="en-IR" smtClean="0"/>
              <a:t>7/17/2025 R</a:t>
            </a:fld>
            <a:endParaRPr lang="en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5BA6C-5535-5B40-29D8-3A7FDC21E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C1E067-31EC-DFB1-6909-30A28936A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B5242-ABEE-984E-AA26-3BE08212FE1C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2493087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36A16-63BE-779D-D74D-A141D0DCB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4004A-AF6A-D194-B70E-DABE288D0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053F7-6157-ECD3-A18C-CFC17E88A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F7E35-ABDF-914A-9195-A57FCF5AE749}" type="datetimeFigureOut">
              <a:rPr lang="en-IR" smtClean="0"/>
              <a:t>7/17/2025 R</a:t>
            </a:fld>
            <a:endParaRPr lang="en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76850A-D4C9-7110-D9C3-9592A5559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9A2C2-42FC-F8AB-3DA8-9BDA112BD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B5242-ABEE-984E-AA26-3BE08212FE1C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2504368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6D8CA-86CB-1693-8867-1144B7405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947A92-F030-B9C3-2FBA-55D6D5967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83ADF-0BA9-75FA-E29B-43E3D2002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F7E35-ABDF-914A-9195-A57FCF5AE749}" type="datetimeFigureOut">
              <a:rPr lang="en-IR" smtClean="0"/>
              <a:t>7/17/2025 R</a:t>
            </a:fld>
            <a:endParaRPr lang="en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44D4F8-1F88-363D-A6CD-F11865CCC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44469-468A-0E92-7AB8-96975E05D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B5242-ABEE-984E-AA26-3BE08212FE1C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2368964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47FB4-83B6-1218-1961-260B07D77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1254D-EF50-6710-2CE9-2D634284ED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B970BE-3E56-1BD7-3F2A-F487BBB552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37C26B-1C25-3A84-3E63-074F38B3B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F7E35-ABDF-914A-9195-A57FCF5AE749}" type="datetimeFigureOut">
              <a:rPr lang="en-IR" smtClean="0"/>
              <a:t>7/17/2025 R</a:t>
            </a:fld>
            <a:endParaRPr lang="en-I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120CBF-A617-EE20-5068-33D1D2108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A3CB03-E89B-4E4A-78B6-55EE0F64B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B5242-ABEE-984E-AA26-3BE08212FE1C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2491102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FF265-6676-1082-69FE-30BD73B55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7DDF75-51AB-1EE4-B99B-FC72BC3AD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BEB474-6A54-BD48-6134-BC8D383BF0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AD7153-112B-EF0F-20AF-097310AE00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1D518-F312-53AA-D08F-898DBD83B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E99DD2-B762-F8AC-E6E4-7D42B074C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F7E35-ABDF-914A-9195-A57FCF5AE749}" type="datetimeFigureOut">
              <a:rPr lang="en-IR" smtClean="0"/>
              <a:t>7/17/2025 R</a:t>
            </a:fld>
            <a:endParaRPr lang="en-I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FAE076-9661-D7BC-9E8E-638BBF628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1A8963-05F1-35E2-C29C-EBF52A350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B5242-ABEE-984E-AA26-3BE08212FE1C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126134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59A0C-5C14-B745-4123-EB221728F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BDC07E-5057-71F9-4B98-7FD0A9EA0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F7E35-ABDF-914A-9195-A57FCF5AE749}" type="datetimeFigureOut">
              <a:rPr lang="en-IR" smtClean="0"/>
              <a:t>7/17/2025 R</a:t>
            </a:fld>
            <a:endParaRPr lang="en-I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52787-0487-2ADE-0604-A563EF2DB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1F15DF-09B5-72AC-CC96-8EBB87074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B5242-ABEE-984E-AA26-3BE08212FE1C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1854281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E16751-A62B-244F-A58C-0C1C9E995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F7E35-ABDF-914A-9195-A57FCF5AE749}" type="datetimeFigureOut">
              <a:rPr lang="en-IR" smtClean="0"/>
              <a:t>7/17/2025 R</a:t>
            </a:fld>
            <a:endParaRPr lang="en-I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118A4A-84E0-2B9D-E476-5AB101DB7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3267A-FD6E-BF05-1BC1-A07C6A7B3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B5242-ABEE-984E-AA26-3BE08212FE1C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2739943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E21BB-7894-2744-1D84-9AF355649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CE6C7-D56C-2381-9ADE-D92FBFA3F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9EF3D-25A9-7E5D-8A7A-F9E7A0A385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B4D85-0A05-14E4-92E3-EC6D52B38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F7E35-ABDF-914A-9195-A57FCF5AE749}" type="datetimeFigureOut">
              <a:rPr lang="en-IR" smtClean="0"/>
              <a:t>7/17/2025 R</a:t>
            </a:fld>
            <a:endParaRPr lang="en-I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5E2BAB-86E7-A0A1-C042-D751044A2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4B20D-3BD3-A641-4D13-8187C0E71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B5242-ABEE-984E-AA26-3BE08212FE1C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2043071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C30ED-3D58-A8BE-9DB8-38B723432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DD2794-07E8-E089-B0A2-DB1636EB61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035A13-3E1D-7B72-C9EE-24E797722E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D3351F-9789-6C44-C767-736BC35AD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F7E35-ABDF-914A-9195-A57FCF5AE749}" type="datetimeFigureOut">
              <a:rPr lang="en-IR" smtClean="0"/>
              <a:t>7/17/2025 R</a:t>
            </a:fld>
            <a:endParaRPr lang="en-I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734544-31E9-A4EA-369F-677BF267C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2C7786-25EC-E3B1-7274-0A047AA89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B5242-ABEE-984E-AA26-3BE08212FE1C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2090367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CFF3D-4F94-AE09-92D8-465BAFFC5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09D667-3D64-5B57-5DDB-1B571CC720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DF07E-F007-91C3-9DC0-F5BAB80CD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F7E35-ABDF-914A-9195-A57FCF5AE749}" type="datetimeFigureOut">
              <a:rPr lang="en-IR" smtClean="0"/>
              <a:t>7/17/2025 R</a:t>
            </a:fld>
            <a:endParaRPr lang="en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4FDA1-E535-696B-8F42-49FCBCF60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DA070-397F-CC86-E34E-87E9812BE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B5242-ABEE-984E-AA26-3BE08212FE1C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3598987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E067E0-F7FE-0908-13E9-0A254DC8DF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0FBE3F-398E-8BF6-0B8F-8FDF4727F0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70FC67-FE8C-20D5-4880-ABDFB3590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F7E35-ABDF-914A-9195-A57FCF5AE749}" type="datetimeFigureOut">
              <a:rPr lang="en-IR" smtClean="0"/>
              <a:t>7/17/2025 R</a:t>
            </a:fld>
            <a:endParaRPr lang="en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92AAA-702C-CFB8-A610-5FBF99D78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D5369-FF84-532A-4073-6FFE7E875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B5242-ABEE-984E-AA26-3BE08212FE1C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3681888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DE82D5-A78F-6E7E-B7F8-1FF9F78B6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E11129-32FE-273F-EF72-3482BA5FD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5596B-9AD9-052E-1359-E82A8DC2C0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F7E35-ABDF-914A-9195-A57FCF5AE749}" type="datetimeFigureOut">
              <a:rPr lang="en-IR" smtClean="0"/>
              <a:t>7/17/2025 R</a:t>
            </a:fld>
            <a:endParaRPr lang="en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5677F-9DFA-B6A6-2A8F-63A1122B02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5CB4C-E129-87D1-0922-9957E2722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AB5242-ABEE-984E-AA26-3BE08212FE1C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3891221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3E396-7001-65B0-DD40-DF1EFED9E0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08FBAF-773E-39C0-37DC-F0FBD8B132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2F89AE-D8BE-321F-6113-66CECDE7F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262"/>
            <a:ext cx="12192000" cy="6874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4750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9358B-596E-08A9-9B5D-0E330C3D1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2BCE6-8FCA-3C29-106A-551DCC2E65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C46490-C554-DD42-563E-1223E74E7C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0C5B74-E144-9715-88D0-865AC7772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601" y="0"/>
            <a:ext cx="122232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7363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A3DB5-7E05-1242-BF16-5F1E54CE4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970485-75F5-3E7A-03D6-202B94D7AB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-1"/>
            <a:ext cx="12192001" cy="6882819"/>
          </a:xfrm>
        </p:spPr>
      </p:pic>
    </p:spTree>
    <p:extLst>
      <p:ext uri="{BB962C8B-B14F-4D97-AF65-F5344CB8AC3E}">
        <p14:creationId xmlns:p14="http://schemas.microsoft.com/office/powerpoint/2010/main" val="18201145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52F17-7A36-48ED-9E9B-6239C714F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CE2863-5B95-3C36-0037-BBCD54D922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04106" y="-1"/>
            <a:ext cx="12296106" cy="6949973"/>
          </a:xfrm>
        </p:spPr>
      </p:pic>
    </p:spTree>
    <p:extLst>
      <p:ext uri="{BB962C8B-B14F-4D97-AF65-F5344CB8AC3E}">
        <p14:creationId xmlns:p14="http://schemas.microsoft.com/office/powerpoint/2010/main" val="42472134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49D4C-ADEA-F98F-28F2-1EB74762B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A6D3F6-1F37-0717-B17B-6E8CA0AD04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71856"/>
          </a:xfrm>
        </p:spPr>
      </p:pic>
    </p:spTree>
    <p:extLst>
      <p:ext uri="{BB962C8B-B14F-4D97-AF65-F5344CB8AC3E}">
        <p14:creationId xmlns:p14="http://schemas.microsoft.com/office/powerpoint/2010/main" val="31496051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8F6CC-628F-A35D-7C47-1BF59EC39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6A9D37-4539-48E4-05A1-3773F2E7AC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82819"/>
          </a:xfrm>
        </p:spPr>
      </p:pic>
    </p:spTree>
    <p:extLst>
      <p:ext uri="{BB962C8B-B14F-4D97-AF65-F5344CB8AC3E}">
        <p14:creationId xmlns:p14="http://schemas.microsoft.com/office/powerpoint/2010/main" val="20522041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2DDA3-4ADF-9833-7A2B-6FA68A3DB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0A36BF-B082-DF64-AE8D-518C2B5451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1130"/>
          </a:xfrm>
        </p:spPr>
      </p:pic>
    </p:spTree>
    <p:extLst>
      <p:ext uri="{BB962C8B-B14F-4D97-AF65-F5344CB8AC3E}">
        <p14:creationId xmlns:p14="http://schemas.microsoft.com/office/powerpoint/2010/main" val="16202713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774B5-4600-62A9-246D-1E53CF549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9F1F20-AB74-4254-7B5D-4911CB061C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9978"/>
          </a:xfrm>
        </p:spPr>
      </p:pic>
    </p:spTree>
    <p:extLst>
      <p:ext uri="{BB962C8B-B14F-4D97-AF65-F5344CB8AC3E}">
        <p14:creationId xmlns:p14="http://schemas.microsoft.com/office/powerpoint/2010/main" val="11626461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E525D-274F-DD24-BDA5-CFF885EE3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3070F4-1DE0-2C45-F7CB-50F23D5E4B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32974" y="-1"/>
            <a:ext cx="12224974" cy="6939297"/>
          </a:xfrm>
        </p:spPr>
      </p:pic>
    </p:spTree>
    <p:extLst>
      <p:ext uri="{BB962C8B-B14F-4D97-AF65-F5344CB8AC3E}">
        <p14:creationId xmlns:p14="http://schemas.microsoft.com/office/powerpoint/2010/main" val="27930232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0E4FA-AF08-731D-AA62-F4F15A839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DAC796-2BC0-30CE-F426-C4CBBAE164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8112"/>
          </a:xfrm>
        </p:spPr>
      </p:pic>
    </p:spTree>
    <p:extLst>
      <p:ext uri="{BB962C8B-B14F-4D97-AF65-F5344CB8AC3E}">
        <p14:creationId xmlns:p14="http://schemas.microsoft.com/office/powerpoint/2010/main" val="14959048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13BCF-4631-9731-F343-0E58B13BD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66EAA7-7641-68AE-70F7-99FD7D81CA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3405"/>
          </a:xfrm>
        </p:spPr>
      </p:pic>
    </p:spTree>
    <p:extLst>
      <p:ext uri="{BB962C8B-B14F-4D97-AF65-F5344CB8AC3E}">
        <p14:creationId xmlns:p14="http://schemas.microsoft.com/office/powerpoint/2010/main" val="6556432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C236E-ACCF-1425-3B32-1AA9A8095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8D5836-AF55-72BE-4630-86A49C3204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8112"/>
          </a:xfrm>
        </p:spPr>
      </p:pic>
    </p:spTree>
    <p:extLst>
      <p:ext uri="{BB962C8B-B14F-4D97-AF65-F5344CB8AC3E}">
        <p14:creationId xmlns:p14="http://schemas.microsoft.com/office/powerpoint/2010/main" val="22326836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14B93-82DB-5E04-BEC5-C827C5267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1FB0BA-7058-A9A5-A32B-D6E5353B75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82819"/>
          </a:xfrm>
        </p:spPr>
      </p:pic>
    </p:spTree>
    <p:extLst>
      <p:ext uri="{BB962C8B-B14F-4D97-AF65-F5344CB8AC3E}">
        <p14:creationId xmlns:p14="http://schemas.microsoft.com/office/powerpoint/2010/main" val="20077428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909BE-55D5-0A96-DB2A-1E682E9F5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FA7376-E7A7-9307-54DD-BFA856BE1A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80194"/>
          </a:xfrm>
        </p:spPr>
      </p:pic>
    </p:spTree>
    <p:extLst>
      <p:ext uri="{BB962C8B-B14F-4D97-AF65-F5344CB8AC3E}">
        <p14:creationId xmlns:p14="http://schemas.microsoft.com/office/powerpoint/2010/main" val="1216213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68F6C-6EC3-3A55-5EDE-D3E066E80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C43142-A263-68C2-3EEE-E556362C69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2254"/>
          </a:xfrm>
        </p:spPr>
      </p:pic>
    </p:spTree>
    <p:extLst>
      <p:ext uri="{BB962C8B-B14F-4D97-AF65-F5344CB8AC3E}">
        <p14:creationId xmlns:p14="http://schemas.microsoft.com/office/powerpoint/2010/main" val="14570463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49D64-63EB-0A69-DEEA-9579DB92A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0701"/>
            <a:ext cx="10515600" cy="1325563"/>
          </a:xfrm>
        </p:spPr>
        <p:txBody>
          <a:bodyPr/>
          <a:lstStyle/>
          <a:p>
            <a:r>
              <a:rPr lang="en-IR" dirty="0"/>
              <a:t>Authors: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258DB71-4836-D316-66AC-E22D01718D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2534876"/>
            <a:ext cx="10515600" cy="17882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R" dirty="0"/>
              <a:t>Mohammad Hossein Mazhari</a:t>
            </a:r>
          </a:p>
          <a:p>
            <a:pPr marL="0" indent="0">
              <a:buNone/>
            </a:pPr>
            <a:r>
              <a:rPr lang="en-IR" dirty="0"/>
              <a:t>Mohammad Taha Majlesi</a:t>
            </a:r>
          </a:p>
          <a:p>
            <a:pPr marL="0" indent="0">
              <a:buNone/>
            </a:pPr>
            <a:r>
              <a:rPr lang="en-IR" dirty="0"/>
              <a:t>Alireza Karimi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CE5A6AE-CCDC-F836-B6D7-5E93C901ACC7}"/>
              </a:ext>
            </a:extLst>
          </p:cNvPr>
          <p:cNvSpPr txBox="1">
            <a:spLocks/>
          </p:cNvSpPr>
          <p:nvPr/>
        </p:nvSpPr>
        <p:spPr>
          <a:xfrm>
            <a:off x="838200" y="500519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R" sz="2400" dirty="0"/>
              <a:t>2025-july</a:t>
            </a:r>
          </a:p>
        </p:txBody>
      </p:sp>
    </p:spTree>
    <p:extLst>
      <p:ext uri="{BB962C8B-B14F-4D97-AF65-F5344CB8AC3E}">
        <p14:creationId xmlns:p14="http://schemas.microsoft.com/office/powerpoint/2010/main" val="35822325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12</Words>
  <Application>Microsoft Macintosh PowerPoint</Application>
  <PresentationFormat>Widescreen</PresentationFormat>
  <Paragraphs>6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Authors: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1</cp:revision>
  <dcterms:created xsi:type="dcterms:W3CDTF">2025-07-17T17:50:26Z</dcterms:created>
  <dcterms:modified xsi:type="dcterms:W3CDTF">2025-07-17T18:03:42Z</dcterms:modified>
</cp:coreProperties>
</file>